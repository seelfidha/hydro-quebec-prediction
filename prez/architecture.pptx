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DC643-4FF4-9772-66CC-6336B4C44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1DC606-7712-0EA5-0D58-45E571576D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066C0-1E61-CED2-65FD-5E39DB8CE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E1837-B90F-61E4-2C28-486D5F222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8E84E-79BC-9B5C-1D08-96481DE0C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34727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7E544-16FF-F12C-90CD-78CEB3CBE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AE057-0DCF-97CE-CF38-2230663FC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EF33F-A4F8-D997-0666-E762FA5B9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58B14-19CA-A7D4-EAB7-488B607A0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FA4A8E-8663-880C-B8F5-4E1B336D5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85356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C6B0-5865-578A-5C22-D36B9F80D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2EC27E-6412-0BA2-BB3A-2351FE244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C163B-6B0B-6730-3923-D38E144B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B8F2A-8C36-0F11-B837-9CBC8F56A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96332-04F7-E74B-6BF4-6BF61A0A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5379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E8620-0428-0F9C-AB76-C367E733C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58160-EE4C-ED78-3E36-CEEE0F9387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4D5E6-34F2-6545-B103-FC5B05436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2C023B-2F8F-5E83-0F31-8A9876544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C3537-3177-8A76-778D-418F58FBA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8596F-7D7D-BA3F-8D57-29A18C84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869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30D03-E9C0-EB20-6ED5-E03FAE9AB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C2DF1-5B2E-960D-4290-81108A0BCE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8B4C87-E236-1367-DD60-DD8FFA00A5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78677B-EA37-2272-84A5-B3C105845B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4CE9E2-C5A8-8365-526D-30F09A1617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F87EE1-34A4-52F1-83F9-E7EAFB59F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4C238D-3259-0C19-B1BF-68326BA18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F74D1-EC81-E82F-BADB-232ACB99E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752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DFC92-8ABB-EAF3-329C-BF9ABFC13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1417D1-2C87-3C01-7AE3-A530BB4B4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E51B52-6D9B-1342-6AA3-28A186239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1092CC-1F5A-D138-6494-94BF27226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37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D7E90F-6EDC-9FD0-69C3-67EB98823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B965A5-1C2A-5810-A5B2-2AD62778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D0F48-4EB5-0C39-2C8E-A456FC289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4649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CB65D-DC8A-749B-D9CC-C4DA4B31C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DE647-1234-AB58-58DE-AA4C6F39C6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C3626-C6A9-AD48-9EDB-B7EF5F390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34706C-16BF-58EF-B8C3-0B6EAD955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C9B62-FCDD-91CE-926D-DB641BFD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F5F45-5FE6-7DC5-44EC-625E2E26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8354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76C0E-F11E-BD0E-566B-F97BB07DE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9F04CA-2088-1EE7-0D66-9D96821350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6CD18-95A5-EE52-AD12-59496BF4C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344C7-98D9-3C8B-8CA1-DEC7BF6D4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3691F3-87AC-F837-14BD-41AB7D377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FBB9D-C090-8B4E-D0C4-F8A874FD9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885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56761-72EE-416A-9143-4FAEABBB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FF426C-C840-3AB3-80F6-16AC476D3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52EE0-A1F1-7288-8C29-46E9E9BCE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77C47-CC03-AFA1-6719-1442D9EB8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9AEDE-658B-B2C2-89E5-F8421C085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3501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E87218-C2DC-2EAC-0137-8A538EC089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621D-58D3-297C-F5A5-144DDF04A2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7A353-DC18-5500-3560-45ABBD976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8C72-D098-9181-7386-026C602F7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404A4-62B2-32A6-CCD4-4B603E752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094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6C77B5-6A1E-EB4C-ED09-981452968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41409-F26A-1E1A-4B95-53CCF8C1B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92724-3ADC-69D9-84C9-EFDE4E3962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27D31-24EF-4195-9A9F-81F4CEA9F9FE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0FCC7-1AE0-FD1B-38D6-33119A5194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706F1-08A4-390C-A6EB-8B1459F37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55178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9AB1E0-FAE6-11EC-BD54-C249CB85D998}"/>
              </a:ext>
            </a:extLst>
          </p:cNvPr>
          <p:cNvSpPr/>
          <p:nvPr/>
        </p:nvSpPr>
        <p:spPr>
          <a:xfrm>
            <a:off x="578534" y="232837"/>
            <a:ext cx="9409166" cy="57319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5AE86618-411A-11BE-8832-FC4C16B50E0F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3C2B9955-FDE3-2123-208A-7E46A6400683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D112E4-147E-AF1D-D1F2-2B0BB576E2EF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9151A12-9A76-4E9E-047F-01B5CC697288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5mn)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022CE446-8D56-5A89-E7A6-921700C6985E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81D22CF-7D1D-D41C-9A95-A844BB7F5123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1570418-1F05-30E0-052E-54C849B4370B}"/>
              </a:ext>
            </a:extLst>
          </p:cNvPr>
          <p:cNvSpPr txBox="1"/>
          <p:nvPr/>
        </p:nvSpPr>
        <p:spPr>
          <a:xfrm>
            <a:off x="9297810" y="15042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28A61C-01EB-C7EE-36BB-34F96F55F4C7}"/>
              </a:ext>
            </a:extLst>
          </p:cNvPr>
          <p:cNvSpPr txBox="1"/>
          <p:nvPr/>
        </p:nvSpPr>
        <p:spPr>
          <a:xfrm>
            <a:off x="7475260" y="195850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D981EDA-817A-C571-0F29-2183554374F3}"/>
              </a:ext>
            </a:extLst>
          </p:cNvPr>
          <p:cNvSpPr/>
          <p:nvPr/>
        </p:nvSpPr>
        <p:spPr>
          <a:xfrm>
            <a:off x="1069402" y="2758186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Training des </a:t>
            </a:r>
            <a:r>
              <a:rPr lang="en-CA" dirty="0" err="1"/>
              <a:t>modeles</a:t>
            </a:r>
            <a:br>
              <a:rPr lang="en-CA" dirty="0"/>
            </a:br>
            <a:r>
              <a:rPr lang="en-CA" dirty="0"/>
              <a:t>H2O </a:t>
            </a:r>
            <a:r>
              <a:rPr lang="en-CA" dirty="0" err="1"/>
              <a:t>Automl</a:t>
            </a:r>
            <a:endParaRPr lang="en-CA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6FFC77A5-C56C-F93A-CA22-75123E22B986}"/>
              </a:ext>
            </a:extLst>
          </p:cNvPr>
          <p:cNvCxnSpPr>
            <a:cxnSpLocks/>
            <a:stCxn id="22" idx="3"/>
            <a:endCxn id="7" idx="2"/>
          </p:cNvCxnSpPr>
          <p:nvPr/>
        </p:nvCxnSpPr>
        <p:spPr>
          <a:xfrm>
            <a:off x="3541669" y="3143241"/>
            <a:ext cx="4442397" cy="258526"/>
          </a:xfrm>
          <a:prstGeom prst="bentConnector3">
            <a:avLst>
              <a:gd name="adj1" fmla="val 35612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51653F-47A6-2D7E-019B-12E88560C473}"/>
              </a:ext>
            </a:extLst>
          </p:cNvPr>
          <p:cNvSpPr txBox="1"/>
          <p:nvPr/>
        </p:nvSpPr>
        <p:spPr>
          <a:xfrm>
            <a:off x="6082126" y="233477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9C48C3-833B-C980-56B2-9BA78642C0B9}"/>
              </a:ext>
            </a:extLst>
          </p:cNvPr>
          <p:cNvSpPr/>
          <p:nvPr/>
        </p:nvSpPr>
        <p:spPr>
          <a:xfrm>
            <a:off x="1621375" y="636918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Server </a:t>
            </a:r>
          </a:p>
          <a:p>
            <a:pPr algn="ctr"/>
            <a:r>
              <a:rPr lang="en-CA" dirty="0"/>
              <a:t>ML flow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10C175C-B3F4-FF26-2C04-BEC1BADC4803}"/>
              </a:ext>
            </a:extLst>
          </p:cNvPr>
          <p:cNvCxnSpPr>
            <a:cxnSpLocks/>
            <a:stCxn id="32" idx="3"/>
            <a:endCxn id="7" idx="2"/>
          </p:cNvCxnSpPr>
          <p:nvPr/>
        </p:nvCxnSpPr>
        <p:spPr>
          <a:xfrm>
            <a:off x="4093642" y="1021973"/>
            <a:ext cx="3890424" cy="23797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A4C306D8-9E90-D802-0B2E-2E9BCEFBEF04}"/>
              </a:ext>
            </a:extLst>
          </p:cNvPr>
          <p:cNvSpPr txBox="1"/>
          <p:nvPr/>
        </p:nvSpPr>
        <p:spPr>
          <a:xfrm>
            <a:off x="5417301" y="25453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4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0B7A6E2-C2B8-088C-E885-F18C080B97D1}"/>
              </a:ext>
            </a:extLst>
          </p:cNvPr>
          <p:cNvSpPr/>
          <p:nvPr/>
        </p:nvSpPr>
        <p:spPr>
          <a:xfrm>
            <a:off x="853728" y="4917531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streamlit</a:t>
            </a:r>
            <a:endParaRPr lang="en-CA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E573A92F-EDCA-5808-5CC9-A1875D973237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 flipV="1">
            <a:off x="6289272" y="3401767"/>
            <a:ext cx="1694794" cy="9164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09DD171-3CF4-AD79-5E16-65C1470A7D45}"/>
              </a:ext>
            </a:extLst>
          </p:cNvPr>
          <p:cNvSpPr txBox="1"/>
          <p:nvPr/>
        </p:nvSpPr>
        <p:spPr>
          <a:xfrm>
            <a:off x="4498744" y="270941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5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B25E1D-DEE8-4240-9717-DAB73D2776BC}"/>
              </a:ext>
            </a:extLst>
          </p:cNvPr>
          <p:cNvSpPr/>
          <p:nvPr/>
        </p:nvSpPr>
        <p:spPr>
          <a:xfrm>
            <a:off x="3817005" y="3933156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Fastapi</a:t>
            </a:r>
            <a:endParaRPr lang="en-CA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F26CCF9-B99D-C54F-F215-56519F7AF050}"/>
              </a:ext>
            </a:extLst>
          </p:cNvPr>
          <p:cNvSpPr/>
          <p:nvPr/>
        </p:nvSpPr>
        <p:spPr>
          <a:xfrm>
            <a:off x="1355841" y="1697552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Dvc</a:t>
            </a:r>
            <a:r>
              <a:rPr lang="en-CA" dirty="0"/>
              <a:t> server:</a:t>
            </a:r>
          </a:p>
          <a:p>
            <a:pPr algn="ctr"/>
            <a:r>
              <a:rPr lang="en-CA" dirty="0"/>
              <a:t> min-io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E83CFE83-F866-3FDB-D3EA-95AB267EC96B}"/>
              </a:ext>
            </a:extLst>
          </p:cNvPr>
          <p:cNvCxnSpPr>
            <a:cxnSpLocks/>
            <a:stCxn id="8" idx="3"/>
            <a:endCxn id="7" idx="2"/>
          </p:cNvCxnSpPr>
          <p:nvPr/>
        </p:nvCxnSpPr>
        <p:spPr>
          <a:xfrm>
            <a:off x="3828108" y="2082607"/>
            <a:ext cx="4155958" cy="1319160"/>
          </a:xfrm>
          <a:prstGeom prst="bentConnector3">
            <a:avLst>
              <a:gd name="adj1" fmla="val 31416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40B6F72E-99E5-B2D7-855D-C64F96FA4B08}"/>
              </a:ext>
            </a:extLst>
          </p:cNvPr>
          <p:cNvSpPr txBox="1"/>
          <p:nvPr/>
        </p:nvSpPr>
        <p:spPr>
          <a:xfrm>
            <a:off x="4723833" y="49175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6</a:t>
            </a:r>
          </a:p>
        </p:txBody>
      </p: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6BE45824-7E88-5E27-9337-87DCC8356BEB}"/>
              </a:ext>
            </a:extLst>
          </p:cNvPr>
          <p:cNvCxnSpPr>
            <a:stCxn id="4" idx="2"/>
            <a:endCxn id="38" idx="3"/>
          </p:cNvCxnSpPr>
          <p:nvPr/>
        </p:nvCxnSpPr>
        <p:spPr>
          <a:xfrm rot="5400000">
            <a:off x="3889907" y="4139353"/>
            <a:ext cx="599321" cy="1727144"/>
          </a:xfrm>
          <a:prstGeom prst="bentConnector2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69571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9FA49-DBA6-0018-2AE4-9BC5009E7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Process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B14D5-D649-A70D-8846-5A3A3141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1800" dirty="0"/>
              <a:t>Le service de recuperation </a:t>
            </a:r>
            <a:r>
              <a:rPr lang="en-CA" sz="1800" dirty="0" err="1"/>
              <a:t>consulte</a:t>
            </a:r>
            <a:r>
              <a:rPr lang="en-CA" sz="1800" dirty="0"/>
              <a:t> </a:t>
            </a:r>
            <a:r>
              <a:rPr lang="en-CA" sz="1800" dirty="0" err="1"/>
              <a:t>regulierement</a:t>
            </a:r>
            <a:r>
              <a:rPr lang="en-CA" sz="1800" dirty="0"/>
              <a:t> </a:t>
            </a:r>
            <a:r>
              <a:rPr lang="en-CA" sz="1800" dirty="0" err="1"/>
              <a:t>l’api</a:t>
            </a:r>
            <a:r>
              <a:rPr lang="en-CA" sz="1800" dirty="0"/>
              <a:t> </a:t>
            </a:r>
            <a:r>
              <a:rPr lang="en-CA" sz="1800" dirty="0" err="1"/>
              <a:t>d’hydro-quebec</a:t>
            </a:r>
            <a:r>
              <a:rPr lang="en-CA" sz="1800" dirty="0"/>
              <a:t> </a:t>
            </a:r>
            <a:r>
              <a:rPr lang="en-CA" sz="1800" dirty="0" err="1"/>
              <a:t>afin</a:t>
            </a:r>
            <a:r>
              <a:rPr lang="en-CA" sz="1800" dirty="0"/>
              <a:t> de </a:t>
            </a:r>
            <a:r>
              <a:rPr lang="en-CA" sz="1800" dirty="0" err="1"/>
              <a:t>recuperer</a:t>
            </a:r>
            <a:r>
              <a:rPr lang="en-CA" sz="1800" dirty="0"/>
              <a:t> les </a:t>
            </a:r>
            <a:r>
              <a:rPr lang="en-CA" sz="1800" dirty="0" err="1"/>
              <a:t>donnees</a:t>
            </a:r>
            <a:endParaRPr lang="en-CA" sz="1800" dirty="0"/>
          </a:p>
          <a:p>
            <a:pPr marL="342900" indent="-342900">
              <a:buFont typeface="+mj-lt"/>
              <a:buAutoNum type="arabicPeriod"/>
            </a:pPr>
            <a:r>
              <a:rPr lang="en-CA" sz="1800" dirty="0"/>
              <a:t>Une </a:t>
            </a:r>
            <a:r>
              <a:rPr lang="en-CA" sz="1800" dirty="0" err="1"/>
              <a:t>fois</a:t>
            </a:r>
            <a:r>
              <a:rPr lang="en-CA" sz="1800" dirty="0"/>
              <a:t> les </a:t>
            </a:r>
            <a:r>
              <a:rPr lang="en-CA" sz="1800" dirty="0" err="1"/>
              <a:t>donnees</a:t>
            </a:r>
            <a:r>
              <a:rPr lang="en-CA" sz="1800" dirty="0"/>
              <a:t> </a:t>
            </a:r>
            <a:r>
              <a:rPr lang="en-CA" sz="1800" dirty="0" err="1"/>
              <a:t>recuperees</a:t>
            </a:r>
            <a:r>
              <a:rPr lang="en-CA" sz="1800" dirty="0"/>
              <a:t> </a:t>
            </a:r>
            <a:r>
              <a:rPr lang="en-CA" sz="1800" dirty="0" err="1"/>
              <a:t>elles</a:t>
            </a:r>
            <a:r>
              <a:rPr lang="en-CA" sz="1800" dirty="0"/>
              <a:t> </a:t>
            </a:r>
            <a:r>
              <a:rPr lang="en-CA" sz="1800" dirty="0" err="1"/>
              <a:t>seront</a:t>
            </a:r>
            <a:r>
              <a:rPr lang="en-CA" sz="1800" dirty="0"/>
              <a:t> </a:t>
            </a:r>
            <a:r>
              <a:rPr lang="en-CA" sz="1800" dirty="0" err="1"/>
              <a:t>validees</a:t>
            </a:r>
            <a:r>
              <a:rPr lang="en-CA" sz="1800" dirty="0"/>
              <a:t> et </a:t>
            </a:r>
            <a:r>
              <a:rPr lang="en-CA" sz="1800" dirty="0" err="1"/>
              <a:t>injectees</a:t>
            </a:r>
            <a:r>
              <a:rPr lang="en-CA" sz="1800" dirty="0"/>
              <a:t> </a:t>
            </a:r>
            <a:r>
              <a:rPr lang="en-CA" sz="1800" dirty="0" err="1"/>
              <a:t>en</a:t>
            </a:r>
            <a:r>
              <a:rPr lang="en-CA" sz="1800" dirty="0"/>
              <a:t> bd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800" dirty="0"/>
              <a:t>En </a:t>
            </a:r>
            <a:r>
              <a:rPr lang="en-CA" sz="1800" dirty="0" err="1"/>
              <a:t>parallele</a:t>
            </a:r>
            <a:r>
              <a:rPr lang="en-CA" sz="1800" dirty="0"/>
              <a:t> un </a:t>
            </a:r>
            <a:r>
              <a:rPr lang="en-CA" sz="1800" dirty="0" err="1"/>
              <a:t>autre</a:t>
            </a:r>
            <a:r>
              <a:rPr lang="en-CA" sz="1800" dirty="0"/>
              <a:t> service </a:t>
            </a:r>
            <a:r>
              <a:rPr lang="en-CA" sz="1800" dirty="0" err="1"/>
              <a:t>exploite</a:t>
            </a:r>
            <a:r>
              <a:rPr lang="en-CA" sz="1800" dirty="0"/>
              <a:t> les </a:t>
            </a:r>
            <a:r>
              <a:rPr lang="en-CA" sz="1800" dirty="0" err="1"/>
              <a:t>donnees</a:t>
            </a:r>
            <a:r>
              <a:rPr lang="en-CA" sz="1800" dirty="0"/>
              <a:t> </a:t>
            </a:r>
            <a:r>
              <a:rPr lang="en-CA" sz="1800" dirty="0" err="1"/>
              <a:t>injectes</a:t>
            </a:r>
            <a:r>
              <a:rPr lang="en-CA" sz="1800" dirty="0"/>
              <a:t> </a:t>
            </a:r>
            <a:r>
              <a:rPr lang="en-CA" sz="1800" dirty="0" err="1"/>
              <a:t>en</a:t>
            </a:r>
            <a:r>
              <a:rPr lang="en-CA" sz="1800" dirty="0"/>
              <a:t> bd pour entrainer un </a:t>
            </a:r>
            <a:r>
              <a:rPr lang="en-CA" sz="1800" dirty="0" err="1"/>
              <a:t>modele</a:t>
            </a:r>
            <a:r>
              <a:rPr lang="en-CA" sz="18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800" dirty="0"/>
              <a:t>Les </a:t>
            </a:r>
            <a:r>
              <a:rPr lang="en-CA" sz="1800" dirty="0" err="1"/>
              <a:t>donnees</a:t>
            </a:r>
            <a:r>
              <a:rPr lang="en-CA" sz="1800" dirty="0"/>
              <a:t> </a:t>
            </a:r>
            <a:r>
              <a:rPr lang="en-CA" sz="1800" dirty="0" err="1"/>
              <a:t>d’entrainement</a:t>
            </a:r>
            <a:r>
              <a:rPr lang="en-CA" sz="1800" dirty="0"/>
              <a:t> </a:t>
            </a:r>
            <a:r>
              <a:rPr lang="en-CA" sz="1800" dirty="0" err="1"/>
              <a:t>seront</a:t>
            </a:r>
            <a:r>
              <a:rPr lang="en-CA" sz="1800" dirty="0"/>
              <a:t> ensuites </a:t>
            </a:r>
            <a:r>
              <a:rPr lang="en-CA" sz="1800" dirty="0" err="1"/>
              <a:t>versionnees</a:t>
            </a:r>
            <a:r>
              <a:rPr lang="en-CA" sz="1800" dirty="0"/>
              <a:t> et par </a:t>
            </a:r>
            <a:r>
              <a:rPr lang="en-CA" sz="1800" dirty="0" err="1"/>
              <a:t>Mlflow</a:t>
            </a:r>
            <a:r>
              <a:rPr lang="en-CA" sz="18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3374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4700</TotalTime>
  <Words>84</Words>
  <Application>Microsoft Office PowerPoint</Application>
  <PresentationFormat>Widescreen</PresentationFormat>
  <Paragraphs>22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Process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Slaheddine Elfidha</dc:creator>
  <cp:lastModifiedBy>Slaheddine Elfidha</cp:lastModifiedBy>
  <cp:revision>2</cp:revision>
  <dcterms:created xsi:type="dcterms:W3CDTF">2026-08-29T00:59:11Z</dcterms:created>
  <dcterms:modified xsi:type="dcterms:W3CDTF">2026-09-03T01:01:19Z</dcterms:modified>
</cp:coreProperties>
</file>