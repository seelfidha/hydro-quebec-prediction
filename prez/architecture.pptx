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56" r:id="rId4"/>
    <p:sldId id="258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DC643-4FF4-9772-66CC-6336B4C44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1DC606-7712-0EA5-0D58-45E571576D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066C0-1E61-CED2-65FD-5E39DB8CE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E1837-B90F-61E4-2C28-486D5F222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8E84E-79BC-9B5C-1D08-96481DE0C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34727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7E544-16FF-F12C-90CD-78CEB3CBE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AE057-0DCF-97CE-CF38-2230663FC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EF33F-A4F8-D997-0666-E762FA5B9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58B14-19CA-A7D4-EAB7-488B607A0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FA4A8E-8663-880C-B8F5-4E1B336D5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85356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C6B0-5865-578A-5C22-D36B9F80D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2EC27E-6412-0BA2-BB3A-2351FE244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C163B-6B0B-6730-3923-D38E144B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B8F2A-8C36-0F11-B837-9CBC8F56A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96332-04F7-E74B-6BF4-6BF61A0A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5379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E8620-0428-0F9C-AB76-C367E733C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58160-EE4C-ED78-3E36-CEEE0F9387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4D5E6-34F2-6545-B103-FC5B05436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2C023B-2F8F-5E83-0F31-8A9876544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C3537-3177-8A76-778D-418F58FBA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8596F-7D7D-BA3F-8D57-29A18C84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869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30D03-E9C0-EB20-6ED5-E03FAE9AB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C2DF1-5B2E-960D-4290-81108A0BCE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8B4C87-E236-1367-DD60-DD8FFA00A5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78677B-EA37-2272-84A5-B3C105845B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4CE9E2-C5A8-8365-526D-30F09A1617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F87EE1-34A4-52F1-83F9-E7EAFB59F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4C238D-3259-0C19-B1BF-68326BA18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F74D1-EC81-E82F-BADB-232ACB99E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752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DFC92-8ABB-EAF3-329C-BF9ABFC13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1417D1-2C87-3C01-7AE3-A530BB4B4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E51B52-6D9B-1342-6AA3-28A186239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1092CC-1F5A-D138-6494-94BF27226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37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D7E90F-6EDC-9FD0-69C3-67EB98823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B965A5-1C2A-5810-A5B2-2AD62778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D0F48-4EB5-0C39-2C8E-A456FC289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4649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CB65D-DC8A-749B-D9CC-C4DA4B31C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DE647-1234-AB58-58DE-AA4C6F39C6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C3626-C6A9-AD48-9EDB-B7EF5F390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34706C-16BF-58EF-B8C3-0B6EAD955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C9B62-FCDD-91CE-926D-DB641BFD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F5F45-5FE6-7DC5-44EC-625E2E26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8354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76C0E-F11E-BD0E-566B-F97BB07DE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9F04CA-2088-1EE7-0D66-9D96821350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6CD18-95A5-EE52-AD12-59496BF4C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344C7-98D9-3C8B-8CA1-DEC7BF6D4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3691F3-87AC-F837-14BD-41AB7D377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FBB9D-C090-8B4E-D0C4-F8A874FD9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885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56761-72EE-416A-9143-4FAEABBB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FF426C-C840-3AB3-80F6-16AC476D3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52EE0-A1F1-7288-8C29-46E9E9BCE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77C47-CC03-AFA1-6719-1442D9EB8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9AEDE-658B-B2C2-89E5-F8421C085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3501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E87218-C2DC-2EAC-0137-8A538EC089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621D-58D3-297C-F5A5-144DDF04A2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7A353-DC18-5500-3560-45ABBD976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8C72-D098-9181-7386-026C602F7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404A4-62B2-32A6-CCD4-4B603E752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094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6C77B5-6A1E-EB4C-ED09-981452968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41409-F26A-1E1A-4B95-53CCF8C1B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92724-3ADC-69D9-84C9-EFDE4E3962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27D31-24EF-4195-9A9F-81F4CEA9F9FE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0FCC7-1AE0-FD1B-38D6-33119A5194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706F1-08A4-390C-A6EB-8B1459F37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F07CE4-B8E4-4258-AA85-5EBC27CB6D5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55178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E6E91-1153-A340-FB1E-62B9B9A4B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API-Hydro-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62F95-7306-62AA-2BF2-3E50FC476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CA" dirty="0" err="1"/>
              <a:t>l’emplacement</a:t>
            </a:r>
            <a:r>
              <a:rPr lang="en-CA" dirty="0"/>
              <a:t> </a:t>
            </a:r>
            <a:r>
              <a:rPr lang="en-CA" dirty="0" err="1"/>
              <a:t>géographique</a:t>
            </a:r>
            <a:r>
              <a:rPr lang="en-CA" dirty="0"/>
              <a:t> </a:t>
            </a:r>
          </a:p>
          <a:p>
            <a:pPr lvl="0"/>
            <a:r>
              <a:rPr lang="en-CA" dirty="0"/>
              <a:t>le </a:t>
            </a:r>
            <a:r>
              <a:rPr lang="en-CA" dirty="0" err="1"/>
              <a:t>nombre</a:t>
            </a:r>
            <a:r>
              <a:rPr lang="en-CA" dirty="0"/>
              <a:t> de clients </a:t>
            </a:r>
            <a:r>
              <a:rPr lang="en-CA" dirty="0" err="1"/>
              <a:t>privés</a:t>
            </a:r>
            <a:r>
              <a:rPr lang="en-CA" dirty="0"/>
              <a:t> </a:t>
            </a:r>
            <a:r>
              <a:rPr lang="en-CA" dirty="0" err="1"/>
              <a:t>d’électricité</a:t>
            </a:r>
            <a:r>
              <a:rPr lang="en-CA" dirty="0"/>
              <a:t> </a:t>
            </a:r>
          </a:p>
          <a:p>
            <a:pPr lvl="0"/>
            <a:r>
              <a:rPr lang="en-CA" dirty="0" err="1"/>
              <a:t>l’heure</a:t>
            </a:r>
            <a:r>
              <a:rPr lang="en-CA" dirty="0"/>
              <a:t> de début de la panne </a:t>
            </a:r>
          </a:p>
          <a:p>
            <a:pPr lvl="0"/>
            <a:r>
              <a:rPr lang="en-CA" dirty="0"/>
              <a:t>la cause de la panne, </a:t>
            </a:r>
            <a:r>
              <a:rPr lang="en-CA" dirty="0" err="1"/>
              <a:t>si</a:t>
            </a:r>
            <a:r>
              <a:rPr lang="en-CA" dirty="0"/>
              <a:t> </a:t>
            </a:r>
            <a:r>
              <a:rPr lang="en-CA" dirty="0" err="1"/>
              <a:t>connue</a:t>
            </a:r>
            <a:r>
              <a:rPr lang="en-CA" dirty="0"/>
              <a:t> </a:t>
            </a:r>
          </a:p>
          <a:p>
            <a:pPr lvl="0"/>
            <a:r>
              <a:rPr lang="en-CA" dirty="0" err="1"/>
              <a:t>l’heure</a:t>
            </a:r>
            <a:r>
              <a:rPr lang="en-CA" dirty="0"/>
              <a:t> de </a:t>
            </a:r>
            <a:r>
              <a:rPr lang="en-CA" dirty="0" err="1"/>
              <a:t>rétablissement</a:t>
            </a:r>
            <a:r>
              <a:rPr lang="en-CA" dirty="0"/>
              <a:t> </a:t>
            </a:r>
            <a:r>
              <a:rPr lang="en-CA" dirty="0" err="1"/>
              <a:t>prévu</a:t>
            </a:r>
            <a:r>
              <a:rPr lang="en-CA" dirty="0"/>
              <a:t> du service</a:t>
            </a:r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6" name="Content Placeholder 3" descr="Logo Hydro-Québec">
            <a:extLst>
              <a:ext uri="{FF2B5EF4-FFF2-40B4-BE49-F238E27FC236}">
                <a16:creationId xmlns:a16="http://schemas.microsoft.com/office/drawing/2014/main" id="{F5EB6185-7B80-2840-D698-9984B070F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0747" y="170330"/>
            <a:ext cx="1651819" cy="1355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B187C3-77A2-022F-319A-1C53E9046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537" y="4713796"/>
            <a:ext cx="10226926" cy="146316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44641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D3119-EA80-FE85-5651-C98587F6E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Contraintes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8FA68-D9CF-DC27-A34A-38ED343F4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Mini-ensemble de données =&gt; </a:t>
            </a:r>
          </a:p>
          <a:p>
            <a:r>
              <a:rPr lang="en-CA" dirty="0"/>
              <a:t>Nouvelles generations </a:t>
            </a:r>
            <a:r>
              <a:rPr lang="en-CA" dirty="0" err="1"/>
              <a:t>chaque</a:t>
            </a:r>
            <a:r>
              <a:rPr lang="en-CA" dirty="0"/>
              <a:t> 15 minutes</a:t>
            </a:r>
          </a:p>
          <a:p>
            <a:r>
              <a:rPr lang="en-CA" dirty="0" err="1"/>
              <a:t>Donnees</a:t>
            </a:r>
            <a:r>
              <a:rPr lang="en-CA" dirty="0"/>
              <a:t> au format Json a parser </a:t>
            </a:r>
          </a:p>
          <a:p>
            <a:r>
              <a:rPr lang="en-CA" dirty="0" err="1"/>
              <a:t>Donnees</a:t>
            </a:r>
            <a:r>
              <a:rPr lang="en-CA" dirty="0"/>
              <a:t> mixte : </a:t>
            </a:r>
            <a:r>
              <a:rPr lang="en-CA" dirty="0" err="1"/>
              <a:t>numerique</a:t>
            </a:r>
            <a:r>
              <a:rPr lang="en-CA" dirty="0"/>
              <a:t> &amp; </a:t>
            </a:r>
            <a:r>
              <a:rPr lang="en-CA" dirty="0" err="1"/>
              <a:t>categorique</a:t>
            </a:r>
            <a:r>
              <a:rPr lang="en-CA" dirty="0"/>
              <a:t> 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14733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5AE86618-411A-11BE-8832-FC4C16B50E0F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3C2B9955-FDE3-2123-208A-7E46A6400683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D112E4-147E-AF1D-D1F2-2B0BB576E2EF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9151A12-9A76-4E9E-047F-01B5CC697288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3mn)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022CE446-8D56-5A89-E7A6-921700C6985E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81D22CF-7D1D-D41C-9A95-A844BB7F5123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1570418-1F05-30E0-052E-54C849B4370B}"/>
              </a:ext>
            </a:extLst>
          </p:cNvPr>
          <p:cNvSpPr txBox="1"/>
          <p:nvPr/>
        </p:nvSpPr>
        <p:spPr>
          <a:xfrm>
            <a:off x="9297810" y="15042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28A61C-01EB-C7EE-36BB-34F96F55F4C7}"/>
              </a:ext>
            </a:extLst>
          </p:cNvPr>
          <p:cNvSpPr txBox="1"/>
          <p:nvPr/>
        </p:nvSpPr>
        <p:spPr>
          <a:xfrm>
            <a:off x="7475260" y="195850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56957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E5E70-F24B-D022-5914-72C5137DE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E1148B-7A33-A9FB-E7A0-609DB33B65CD}"/>
              </a:ext>
            </a:extLst>
          </p:cNvPr>
          <p:cNvSpPr/>
          <p:nvPr/>
        </p:nvSpPr>
        <p:spPr>
          <a:xfrm>
            <a:off x="5554132" y="232837"/>
            <a:ext cx="4433567" cy="57319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B39E0FFD-7FD9-B7FF-6498-38BBF21E7B37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351967B6-AF15-612D-E286-54005919567F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A6B715-F007-3A50-92CD-3194470747D2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7DE59A-103B-CC3B-1034-BC81626BFD98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3mn)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8407A5C9-F9C6-8A29-5480-B5E45F39877C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1FE7F9D-3C56-CF23-1AB7-46A12B734E36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61FF1D6-6EC1-FCDA-8AA7-7EB769CF6A42}"/>
              </a:ext>
            </a:extLst>
          </p:cNvPr>
          <p:cNvSpPr txBox="1"/>
          <p:nvPr/>
        </p:nvSpPr>
        <p:spPr>
          <a:xfrm>
            <a:off x="9297810" y="15042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90D1D-17FF-AB49-9773-E26347BDD89E}"/>
              </a:ext>
            </a:extLst>
          </p:cNvPr>
          <p:cNvSpPr txBox="1"/>
          <p:nvPr/>
        </p:nvSpPr>
        <p:spPr>
          <a:xfrm>
            <a:off x="7475260" y="195850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68938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2FFDD-7271-D23B-FC32-13E6DB5EC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D4CDD68-2128-7F1A-963E-15BE71A78E97}"/>
              </a:ext>
            </a:extLst>
          </p:cNvPr>
          <p:cNvSpPr/>
          <p:nvPr/>
        </p:nvSpPr>
        <p:spPr>
          <a:xfrm>
            <a:off x="578534" y="232837"/>
            <a:ext cx="9409166" cy="57319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26162CEA-0B79-4656-BBFD-383C111131DF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2DB5D690-A870-C941-4236-D86F05FB0CFC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23AE71-8722-E929-B1FB-AC9218DF9789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E62E10-5475-B2E4-2D30-4D837D2DE35E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3mn)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189ABA4-34ED-2146-B9B6-22932973C050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8BE7448-4D9E-F06D-A104-0E16AEF80B6C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DB3D438-E903-4213-7640-F0CACA4B3F92}"/>
              </a:ext>
            </a:extLst>
          </p:cNvPr>
          <p:cNvSpPr txBox="1"/>
          <p:nvPr/>
        </p:nvSpPr>
        <p:spPr>
          <a:xfrm>
            <a:off x="9297810" y="15042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5B880-6CA7-E98B-5919-0AFEB69F8135}"/>
              </a:ext>
            </a:extLst>
          </p:cNvPr>
          <p:cNvSpPr txBox="1"/>
          <p:nvPr/>
        </p:nvSpPr>
        <p:spPr>
          <a:xfrm>
            <a:off x="7475260" y="195850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540D74-F97E-8B28-F6CC-564C9DD56735}"/>
              </a:ext>
            </a:extLst>
          </p:cNvPr>
          <p:cNvSpPr/>
          <p:nvPr/>
        </p:nvSpPr>
        <p:spPr>
          <a:xfrm>
            <a:off x="3487699" y="4510786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Training des </a:t>
            </a:r>
            <a:r>
              <a:rPr lang="en-CA" dirty="0" err="1"/>
              <a:t>modeles</a:t>
            </a:r>
            <a:br>
              <a:rPr lang="en-CA" dirty="0"/>
            </a:br>
            <a:r>
              <a:rPr lang="en-CA" dirty="0"/>
              <a:t>H2O </a:t>
            </a:r>
            <a:r>
              <a:rPr lang="en-CA" dirty="0" err="1"/>
              <a:t>Automl</a:t>
            </a:r>
            <a:endParaRPr lang="en-CA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85FE711F-AE82-AA61-65D5-428497F115CE}"/>
              </a:ext>
            </a:extLst>
          </p:cNvPr>
          <p:cNvCxnSpPr>
            <a:cxnSpLocks/>
            <a:stCxn id="22" idx="3"/>
            <a:endCxn id="7" idx="2"/>
          </p:cNvCxnSpPr>
          <p:nvPr/>
        </p:nvCxnSpPr>
        <p:spPr>
          <a:xfrm flipV="1">
            <a:off x="5959966" y="3401767"/>
            <a:ext cx="2024100" cy="14940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9F01E8A-2EC0-A336-D52F-28A37629D03D}"/>
              </a:ext>
            </a:extLst>
          </p:cNvPr>
          <p:cNvSpPr txBox="1"/>
          <p:nvPr/>
        </p:nvSpPr>
        <p:spPr>
          <a:xfrm>
            <a:off x="6082126" y="233477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0638808-7295-0A27-9980-18767934E418}"/>
              </a:ext>
            </a:extLst>
          </p:cNvPr>
          <p:cNvSpPr/>
          <p:nvPr/>
        </p:nvSpPr>
        <p:spPr>
          <a:xfrm>
            <a:off x="1845791" y="2347214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Server </a:t>
            </a:r>
          </a:p>
          <a:p>
            <a:pPr algn="ctr"/>
            <a:r>
              <a:rPr lang="en-CA" dirty="0"/>
              <a:t>ML flow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27A164D-6D36-CD83-8E48-F7C28DB08732}"/>
              </a:ext>
            </a:extLst>
          </p:cNvPr>
          <p:cNvCxnSpPr>
            <a:cxnSpLocks/>
            <a:stCxn id="32" idx="3"/>
            <a:endCxn id="7" idx="2"/>
          </p:cNvCxnSpPr>
          <p:nvPr/>
        </p:nvCxnSpPr>
        <p:spPr>
          <a:xfrm>
            <a:off x="4318058" y="2732269"/>
            <a:ext cx="3666008" cy="66949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6372906-E3A7-32CD-16D8-BCA296CA7CA2}"/>
              </a:ext>
            </a:extLst>
          </p:cNvPr>
          <p:cNvSpPr txBox="1"/>
          <p:nvPr/>
        </p:nvSpPr>
        <p:spPr>
          <a:xfrm>
            <a:off x="7292044" y="453437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145287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AF4F1-5B67-0AF6-94AC-8BABD8026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5EAB346-8708-B3DE-F7FB-0AB7D37E4E1D}"/>
              </a:ext>
            </a:extLst>
          </p:cNvPr>
          <p:cNvSpPr/>
          <p:nvPr/>
        </p:nvSpPr>
        <p:spPr>
          <a:xfrm>
            <a:off x="578534" y="232837"/>
            <a:ext cx="9409166" cy="57319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14B4A3D2-C8FB-9924-D8D4-72E7771B27D3}"/>
              </a:ext>
            </a:extLst>
          </p:cNvPr>
          <p:cNvSpPr/>
          <p:nvPr/>
        </p:nvSpPr>
        <p:spPr>
          <a:xfrm>
            <a:off x="7984066" y="2597434"/>
            <a:ext cx="1540933" cy="1608666"/>
          </a:xfrm>
          <a:prstGeom prst="flowChartMagneticDisk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Database</a:t>
            </a:r>
          </a:p>
        </p:txBody>
      </p:sp>
      <p:sp>
        <p:nvSpPr>
          <p:cNvPr id="9" name="Lightning Bolt 8">
            <a:extLst>
              <a:ext uri="{FF2B5EF4-FFF2-40B4-BE49-F238E27FC236}">
                <a16:creationId xmlns:a16="http://schemas.microsoft.com/office/drawing/2014/main" id="{433369D1-460F-3ADB-6ADB-4E675C4385D0}"/>
              </a:ext>
            </a:extLst>
          </p:cNvPr>
          <p:cNvSpPr/>
          <p:nvPr/>
        </p:nvSpPr>
        <p:spPr>
          <a:xfrm rot="899964">
            <a:off x="10414000" y="1634067"/>
            <a:ext cx="905933" cy="2387600"/>
          </a:xfrm>
          <a:prstGeom prst="lightningBol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AD7983-3405-6714-A227-8F9BE362C6ED}"/>
              </a:ext>
            </a:extLst>
          </p:cNvPr>
          <p:cNvSpPr txBox="1"/>
          <p:nvPr/>
        </p:nvSpPr>
        <p:spPr>
          <a:xfrm>
            <a:off x="10120467" y="4402667"/>
            <a:ext cx="1612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Hydro-</a:t>
            </a:r>
            <a:r>
              <a:rPr lang="en-CA" dirty="0" err="1"/>
              <a:t>quebec</a:t>
            </a:r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509E9-DEF7-FD4A-B70D-F17AEDED66B3}"/>
              </a:ext>
            </a:extLst>
          </p:cNvPr>
          <p:cNvSpPr/>
          <p:nvPr/>
        </p:nvSpPr>
        <p:spPr>
          <a:xfrm>
            <a:off x="6342149" y="918791"/>
            <a:ext cx="2207889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Service de </a:t>
            </a:r>
            <a:r>
              <a:rPr lang="en-CA" dirty="0" err="1"/>
              <a:t>recup</a:t>
            </a:r>
            <a:r>
              <a:rPr lang="en-CA" dirty="0"/>
              <a:t> de </a:t>
            </a:r>
            <a:r>
              <a:rPr lang="en-CA" dirty="0" err="1"/>
              <a:t>donnee</a:t>
            </a:r>
            <a:r>
              <a:rPr lang="en-CA" dirty="0"/>
              <a:t> (each 3mn)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70DD34E8-06FF-D64E-60B2-18883C42E3F6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>
            <a:off x="8550038" y="1303846"/>
            <a:ext cx="2114174" cy="1344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A512AB7-5710-41C1-B134-E11A07E1F6F8}"/>
              </a:ext>
            </a:extLst>
          </p:cNvPr>
          <p:cNvCxnSpPr>
            <a:cxnSpLocks/>
            <a:stCxn id="11" idx="2"/>
            <a:endCxn id="7" idx="2"/>
          </p:cNvCxnSpPr>
          <p:nvPr/>
        </p:nvCxnSpPr>
        <p:spPr>
          <a:xfrm rot="16200000" flipH="1">
            <a:off x="6858647" y="2276347"/>
            <a:ext cx="1712867" cy="537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92C8D6-2D53-87A1-95A3-1FC2538E0505}"/>
              </a:ext>
            </a:extLst>
          </p:cNvPr>
          <p:cNvSpPr txBox="1"/>
          <p:nvPr/>
        </p:nvSpPr>
        <p:spPr>
          <a:xfrm>
            <a:off x="9297810" y="15042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816F80-5DC7-9F4C-8AD6-A0F049FE3B20}"/>
              </a:ext>
            </a:extLst>
          </p:cNvPr>
          <p:cNvSpPr txBox="1"/>
          <p:nvPr/>
        </p:nvSpPr>
        <p:spPr>
          <a:xfrm>
            <a:off x="7475260" y="195850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3352C64-072F-8227-6705-BE46D80CF658}"/>
              </a:ext>
            </a:extLst>
          </p:cNvPr>
          <p:cNvSpPr/>
          <p:nvPr/>
        </p:nvSpPr>
        <p:spPr>
          <a:xfrm>
            <a:off x="1069402" y="2758186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Training des </a:t>
            </a:r>
            <a:r>
              <a:rPr lang="en-CA" dirty="0" err="1"/>
              <a:t>modeles</a:t>
            </a:r>
            <a:br>
              <a:rPr lang="en-CA" dirty="0"/>
            </a:br>
            <a:r>
              <a:rPr lang="en-CA" dirty="0"/>
              <a:t>H2O </a:t>
            </a:r>
            <a:r>
              <a:rPr lang="en-CA" dirty="0" err="1"/>
              <a:t>Automl</a:t>
            </a:r>
            <a:endParaRPr lang="en-CA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AB5EB34-DC23-89F9-957C-6CDD3AC33C04}"/>
              </a:ext>
            </a:extLst>
          </p:cNvPr>
          <p:cNvCxnSpPr>
            <a:cxnSpLocks/>
            <a:stCxn id="22" idx="3"/>
            <a:endCxn id="7" idx="2"/>
          </p:cNvCxnSpPr>
          <p:nvPr/>
        </p:nvCxnSpPr>
        <p:spPr>
          <a:xfrm>
            <a:off x="3541669" y="3143241"/>
            <a:ext cx="4442397" cy="258526"/>
          </a:xfrm>
          <a:prstGeom prst="bentConnector3">
            <a:avLst>
              <a:gd name="adj1" fmla="val 35612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BCF0C18-9A7C-D377-58DD-353033B7D1E2}"/>
              </a:ext>
            </a:extLst>
          </p:cNvPr>
          <p:cNvSpPr txBox="1"/>
          <p:nvPr/>
        </p:nvSpPr>
        <p:spPr>
          <a:xfrm>
            <a:off x="6082126" y="233477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8347517-70CC-7E1C-AB96-8C53CDD60F43}"/>
              </a:ext>
            </a:extLst>
          </p:cNvPr>
          <p:cNvSpPr/>
          <p:nvPr/>
        </p:nvSpPr>
        <p:spPr>
          <a:xfrm>
            <a:off x="1621375" y="636918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Server </a:t>
            </a:r>
          </a:p>
          <a:p>
            <a:pPr algn="ctr"/>
            <a:r>
              <a:rPr lang="en-CA" dirty="0"/>
              <a:t>ML flow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457826-5EBB-A421-6F53-3505C1CEEC78}"/>
              </a:ext>
            </a:extLst>
          </p:cNvPr>
          <p:cNvCxnSpPr>
            <a:cxnSpLocks/>
            <a:stCxn id="32" idx="3"/>
            <a:endCxn id="7" idx="2"/>
          </p:cNvCxnSpPr>
          <p:nvPr/>
        </p:nvCxnSpPr>
        <p:spPr>
          <a:xfrm>
            <a:off x="4093642" y="1021973"/>
            <a:ext cx="3890424" cy="23797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00210B8-2B04-10F4-2EFF-74F9122730B3}"/>
              </a:ext>
            </a:extLst>
          </p:cNvPr>
          <p:cNvSpPr txBox="1"/>
          <p:nvPr/>
        </p:nvSpPr>
        <p:spPr>
          <a:xfrm>
            <a:off x="5417301" y="25453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4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A73752C-BD6C-A2AA-39F4-FE1835F1395B}"/>
              </a:ext>
            </a:extLst>
          </p:cNvPr>
          <p:cNvSpPr/>
          <p:nvPr/>
        </p:nvSpPr>
        <p:spPr>
          <a:xfrm>
            <a:off x="853728" y="4917531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streamlit</a:t>
            </a:r>
            <a:endParaRPr lang="en-CA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44E0915-3BD5-9D55-5836-A1FD8930AE9F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 flipV="1">
            <a:off x="6289272" y="3401767"/>
            <a:ext cx="1694794" cy="9164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BB5DABC0-ADA4-A818-26A1-2201CA5FE6A1}"/>
              </a:ext>
            </a:extLst>
          </p:cNvPr>
          <p:cNvSpPr txBox="1"/>
          <p:nvPr/>
        </p:nvSpPr>
        <p:spPr>
          <a:xfrm>
            <a:off x="4498744" y="270941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5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D99409-3CDD-AE90-451F-6EEC7C19892B}"/>
              </a:ext>
            </a:extLst>
          </p:cNvPr>
          <p:cNvSpPr/>
          <p:nvPr/>
        </p:nvSpPr>
        <p:spPr>
          <a:xfrm>
            <a:off x="3817005" y="3933156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Fastapi</a:t>
            </a:r>
            <a:endParaRPr lang="en-CA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6B222FF-910F-40CC-4F85-5687E071C625}"/>
              </a:ext>
            </a:extLst>
          </p:cNvPr>
          <p:cNvSpPr/>
          <p:nvPr/>
        </p:nvSpPr>
        <p:spPr>
          <a:xfrm>
            <a:off x="1355841" y="1697552"/>
            <a:ext cx="2472267" cy="770109"/>
          </a:xfrm>
          <a:prstGeom prst="roundRect">
            <a:avLst/>
          </a:prstGeom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 err="1"/>
              <a:t>Dvc</a:t>
            </a:r>
            <a:r>
              <a:rPr lang="en-CA" dirty="0"/>
              <a:t> server:</a:t>
            </a:r>
          </a:p>
          <a:p>
            <a:pPr algn="ctr"/>
            <a:r>
              <a:rPr lang="en-CA" dirty="0"/>
              <a:t> min-io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066C4942-4B37-353E-B2AE-909417CE7083}"/>
              </a:ext>
            </a:extLst>
          </p:cNvPr>
          <p:cNvCxnSpPr>
            <a:cxnSpLocks/>
            <a:stCxn id="8" idx="3"/>
            <a:endCxn id="7" idx="2"/>
          </p:cNvCxnSpPr>
          <p:nvPr/>
        </p:nvCxnSpPr>
        <p:spPr>
          <a:xfrm>
            <a:off x="3828108" y="2082607"/>
            <a:ext cx="4155958" cy="1319160"/>
          </a:xfrm>
          <a:prstGeom prst="bentConnector3">
            <a:avLst>
              <a:gd name="adj1" fmla="val 31416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FF8F3293-4903-6E20-6F4A-3BE9C8E11E1C}"/>
              </a:ext>
            </a:extLst>
          </p:cNvPr>
          <p:cNvSpPr txBox="1"/>
          <p:nvPr/>
        </p:nvSpPr>
        <p:spPr>
          <a:xfrm>
            <a:off x="4723833" y="49175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6</a:t>
            </a:r>
          </a:p>
        </p:txBody>
      </p: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4E4967DC-7126-2500-461B-B87A0A499447}"/>
              </a:ext>
            </a:extLst>
          </p:cNvPr>
          <p:cNvCxnSpPr>
            <a:stCxn id="4" idx="2"/>
            <a:endCxn id="38" idx="3"/>
          </p:cNvCxnSpPr>
          <p:nvPr/>
        </p:nvCxnSpPr>
        <p:spPr>
          <a:xfrm rot="5400000">
            <a:off x="3889907" y="4139353"/>
            <a:ext cx="599321" cy="1727144"/>
          </a:xfrm>
          <a:prstGeom prst="bentConnector2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9113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6005</TotalTime>
  <Words>134</Words>
  <Application>Microsoft Office PowerPoint</Application>
  <PresentationFormat>Widescreen</PresentationFormat>
  <Paragraphs>47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API-Hydro-quebec</vt:lpstr>
      <vt:lpstr>Contraintes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Slaheddine Elfidha</dc:creator>
  <cp:lastModifiedBy>Slaheddine Elfidha</cp:lastModifiedBy>
  <cp:revision>3</cp:revision>
  <dcterms:created xsi:type="dcterms:W3CDTF">2026-08-29T00:59:11Z</dcterms:created>
  <dcterms:modified xsi:type="dcterms:W3CDTF">2026-09-04T22:45:30Z</dcterms:modified>
</cp:coreProperties>
</file>